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80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22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58368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have. What you can cook.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8368" y="3291840"/>
            <a:ext cx="548640" cy="36576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pantry management &amp; recipe application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Amith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Data Structures · Final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Dog Food?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ingredients but lack ideas. Food goes to waste while the fridge looks full.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 app that tracks your pantry and cross-references it against a recipe library to answer two questions: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have?”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can I cook?”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0" y="1188720"/>
            <a:ext cx="3200400" cy="320040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691640"/>
            <a:ext cx="2926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pantry (add/view/remove)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recipes by % coverage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shopping lists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recipes (auto-deduct)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any pantry change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search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classes, three custom data structures, four algorithms.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554480"/>
            <a:ext cx="182880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182880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+ ingredients[]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554480"/>
            <a:ext cx="219456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PantryAction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change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182880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331720"/>
            <a:ext cx="182880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RecipeBook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2331720"/>
            <a:ext cx="182880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ShoppingList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331720"/>
            <a:ext cx="219456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(undo history)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182880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LinkedList&lt;T&gt;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generic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3246120"/>
            <a:ext cx="182880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Stack&lt;T&gt;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generic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337560"/>
            <a:ext cx="228600" cy="22860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structures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3657600"/>
            <a:ext cx="228600" cy="22860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helper classes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orchestrates the menu loop and routes user input to the right class.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custom data structures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implemented from scratch — no java.util collections.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30175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 keyed by ingredient name. Separate chaining, 16 buckets.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554480"/>
            <a:ext cx="2697480" cy="30175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46120" y="1554480"/>
            <a:ext cx="2697480" cy="73152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20440" y="1783080"/>
            <a:ext cx="640080" cy="640080"/>
          </a:xfrm>
          <a:prstGeom prst="ellipse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9202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4747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&amp; cart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472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LinkedList&lt;T&gt; backs both RecipeBook and ShoppingList.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554480"/>
            <a:ext cx="2697480" cy="30175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035040" y="1554480"/>
            <a:ext cx="2697480" cy="73152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309360" y="1783080"/>
            <a:ext cx="640080" cy="640080"/>
          </a:xfrm>
          <a:prstGeom prst="ellipse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9202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26364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history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6364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Stack&lt;T&gt; stores PantryAction snapshots — undo pops the top.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— Pantry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scoring queries the pantry once per ingredient per recipe. A list-backed pantry would be O(N · M · P).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16 buckets. Each bucket is a chain of Entry nodes. Collisions append to the chain head.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429768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avg </a:t>
            </a: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avg </a:t>
            </a: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layout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783080"/>
            <a:ext cx="548640" cy="41148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783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1783080"/>
            <a:ext cx="868680" cy="4114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06440" y="1783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2240280"/>
            <a:ext cx="548640" cy="41148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2240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697480"/>
            <a:ext cx="548640" cy="41148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697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2697480"/>
            <a:ext cx="868680" cy="4114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2697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2697480"/>
            <a:ext cx="868680" cy="4114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2697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3154680"/>
            <a:ext cx="548640" cy="41148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3154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3154680"/>
            <a:ext cx="868680" cy="41148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06440" y="31546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3611880"/>
            <a:ext cx="548640" cy="41148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3611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chain off the bucket head — same hash, different keys.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— Recipes &amp; Shopping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books and shopping lists grow and shrink as the user works. Mid-list inserts and removals are common.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LinkedList&lt;T&gt; backs both RecipeBook and ShoppingList — same code, two contexts.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429768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(tail):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</a:t>
            </a: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</a:t>
            </a: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chain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828800"/>
            <a:ext cx="868680" cy="502920"/>
          </a:xfrm>
          <a:prstGeom prst="rect">
            <a:avLst/>
          </a:prstGeom>
          <a:solidFill>
            <a:srgbClr val="F7F7F5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Pancakes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080260"/>
            <a:ext cx="164592" cy="0"/>
          </a:xfrm>
          <a:prstGeom prst="line">
            <a:avLst/>
          </a:prstGeom>
          <a:noFill/>
          <a:ln w="19050">
            <a:solidFill>
              <a:srgbClr val="0028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53912" y="1828800"/>
            <a:ext cx="868680" cy="502920"/>
          </a:xfrm>
          <a:prstGeom prst="rect">
            <a:avLst/>
          </a:prstGeom>
          <a:solidFill>
            <a:srgbClr val="F7F7F5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53912" y="18288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Omelette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22592" y="2080260"/>
            <a:ext cx="164592" cy="0"/>
          </a:xfrm>
          <a:prstGeom prst="line">
            <a:avLst/>
          </a:prstGeom>
          <a:noFill/>
          <a:ln w="19050">
            <a:solidFill>
              <a:srgbClr val="0028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87184" y="1828800"/>
            <a:ext cx="868680" cy="502920"/>
          </a:xfrm>
          <a:prstGeom prst="rect">
            <a:avLst/>
          </a:prstGeom>
          <a:solidFill>
            <a:srgbClr val="F7F7F5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87184" y="18288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55864" y="2080260"/>
            <a:ext cx="164592" cy="0"/>
          </a:xfrm>
          <a:prstGeom prst="line">
            <a:avLst/>
          </a:prstGeom>
          <a:noFill/>
          <a:ln w="19050">
            <a:solidFill>
              <a:srgbClr val="0028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0456" y="182880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0456" y="18288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pointer → walk forward, one node at a 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2971800"/>
            <a:ext cx="3657600" cy="1600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3375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RecipeBook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library of recipes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ShoppingList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missing items per recipe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— Undo History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stack.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is naturally LIFO — the most recent action is the first to reverse.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on it.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PantryAction snapshots. Every put, remove, and cook pushes one. undo() pops the top and replays the snapshot.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429768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</a:t>
            </a: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</a:t>
            </a: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400" b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828800"/>
            <a:ext cx="2560320" cy="45720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Pancakes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 (pop next)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340864"/>
            <a:ext cx="256032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57800" y="2340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eggs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852928"/>
            <a:ext cx="256032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57800" y="2852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flour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3364992"/>
            <a:ext cx="256032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3364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sugar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cook = one push. One undo = one pop = full restore.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simple counter to a recursive sort.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868680" cy="868680"/>
          </a:xfrm>
          <a:prstGeom prst="ellipse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Recipe.matchScore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37360" y="2468880"/>
            <a:ext cx="1463040" cy="36576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73736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554480"/>
            <a:ext cx="402336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828800"/>
            <a:ext cx="868680" cy="868680"/>
          </a:xfrm>
          <a:prstGeom prst="ellipse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0116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Deduct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94360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Pantry.deduct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0" y="2468880"/>
            <a:ext cx="1463040" cy="36576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94360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108960"/>
            <a:ext cx="402336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85800" y="3383280"/>
            <a:ext cx="868680" cy="868680"/>
          </a:xfrm>
          <a:prstGeom prst="ellipse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6616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73736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RecipeBook.displaySorted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737360" y="4023360"/>
            <a:ext cx="1463040" cy="36576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73736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663440" y="3108960"/>
            <a:ext cx="402336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892040" y="3383280"/>
            <a:ext cx="868680" cy="868680"/>
          </a:xfrm>
          <a:prstGeom prst="ellipse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56616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4360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594360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RecipeBook.searchByName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943600" y="4023360"/>
            <a:ext cx="1463040" cy="36576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94360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SPOTLIGHT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ingredient in the recipe…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by name in the pantry hash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matches and divide by total required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to integer percentage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411480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O(M) </a:t>
            </a:r>
            <a:r>
              <a:rPr lang="en-US" sz="12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recipe   ·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· M) </a:t>
            </a:r>
            <a:r>
              <a:rPr lang="en-US" sz="12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full book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Pancakes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384048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0" y="1901952"/>
            <a:ext cx="502920" cy="219456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901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235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240280"/>
            <a:ext cx="384048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0" y="2313432"/>
            <a:ext cx="502920" cy="219456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3134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2356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651760"/>
            <a:ext cx="384048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0" y="2724912"/>
            <a:ext cx="502920" cy="219456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2356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063240"/>
            <a:ext cx="384048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0" y="3136392"/>
            <a:ext cx="502920" cy="219456"/>
          </a:xfrm>
          <a:prstGeom prst="rect">
            <a:avLst/>
          </a:prstGeom>
          <a:solidFill>
            <a:srgbClr val="5B6470"/>
          </a:solidFill>
          <a:ln w="12700">
            <a:solidFill>
              <a:srgbClr val="5B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136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474720"/>
            <a:ext cx="384048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0" y="3547872"/>
            <a:ext cx="502920" cy="219456"/>
          </a:xfrm>
          <a:prstGeom prst="rect">
            <a:avLst/>
          </a:prstGeom>
          <a:solidFill>
            <a:srgbClr val="5B6470"/>
          </a:solidFill>
          <a:ln w="12700">
            <a:solidFill>
              <a:srgbClr val="5B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3547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35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powder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= </a:t>
            </a:r>
            <a:r>
              <a:rPr lang="en-US" sz="1800" b="1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A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SPOTLIGHT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merge sort.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is O(N log N) — predictable, regardless of how the recipe book is ordered.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computed once up front and sorted in lockstep with the recipes — never recomputed during compares.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4297680" cy="77724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</a:t>
            </a:r>
            <a:r>
              <a:rPr lang="en-US" sz="12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 ·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</a:t>
            </a:r>
            <a:r>
              <a:rPr lang="en-US" sz="1200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828800"/>
            <a:ext cx="50292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1828800"/>
            <a:ext cx="50292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1828800"/>
            <a:ext cx="50292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1828800"/>
            <a:ext cx="50292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2668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560320"/>
            <a:ext cx="502920" cy="365760"/>
          </a:xfrm>
          <a:prstGeom prst="rect">
            <a:avLst/>
          </a:prstGeom>
          <a:solidFill>
            <a:srgbClr val="F4D55B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2560320"/>
            <a:ext cx="502920" cy="365760"/>
          </a:xfrm>
          <a:prstGeom prst="rect">
            <a:avLst/>
          </a:prstGeom>
          <a:solidFill>
            <a:srgbClr val="F4D55B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0920" y="2560320"/>
            <a:ext cx="502920" cy="365760"/>
          </a:xfrm>
          <a:prstGeom prst="rect">
            <a:avLst/>
          </a:prstGeom>
          <a:solidFill>
            <a:srgbClr val="F4D55B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6092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2560320"/>
            <a:ext cx="502920" cy="365760"/>
          </a:xfrm>
          <a:prstGeom prst="rect">
            <a:avLst/>
          </a:prstGeom>
          <a:solidFill>
            <a:srgbClr val="F4D55B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5528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3291840"/>
            <a:ext cx="502920" cy="36576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3291840"/>
            <a:ext cx="502920" cy="36576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3796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3291840"/>
            <a:ext cx="502920" cy="36576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26680" y="3291840"/>
            <a:ext cx="502920" cy="365760"/>
          </a:xfrm>
          <a:prstGeom prst="rect">
            <a:avLst/>
          </a:prstGeom>
          <a:solidFill>
            <a:srgbClr val="002856"/>
          </a:solidFill>
          <a:ln w="12700">
            <a:solidFill>
              <a:srgbClr val="002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2668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scores, sorted descending — best matches first.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691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the pantry, find recipes, cook a meal, undo it.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ideas — beyond the rubric.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" cy="141732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and recipes survive between sessions.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69748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73152" cy="141732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recipes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add their own through the menu, not just the starter 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9748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73152" cy="141732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unit handling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that 1 cup of flour and 120 g of flour are the same thing.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9748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566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the undo stack with a redo stack.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69748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73152" cy="141732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recipe tags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566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can be both “vegan” and “quick”, not one category.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2697480" cy="1417320"/>
          </a:xfrm>
          <a:prstGeom prst="rect">
            <a:avLst/>
          </a:prstGeom>
          <a:solidFill>
            <a:srgbClr val="F7F7F5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3063240"/>
            <a:ext cx="73152" cy="141732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 export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566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share the list outside the app.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Food — Pantry &amp; Recipe App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DAA900"/>
          </a:solidFill>
          <a:ln w="12700">
            <a:solidFill>
              <a:srgbClr val="DA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4D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Amith   ·   Dog Food   ·   </a:t>
            </a:r>
            <a:r>
              <a:rPr lang="en-US" sz="1200" dirty="0" err="1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/Merced-College/</a:t>
            </a:r>
            <a:r>
              <a:rPr lang="en-US" sz="1200" dirty="0" err="1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finalprojects-RogueZach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Macintosh PowerPoint</Application>
  <PresentationFormat>On-screen Show (16:9)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 Food — Final Project Presentation</dc:title>
  <dc:subject>PptxGenJS Presentation</dc:subject>
  <dc:creator>Zachary Amith</dc:creator>
  <cp:lastModifiedBy>zacharycloudjacked@outlook.com</cp:lastModifiedBy>
  <cp:revision>2</cp:revision>
  <dcterms:created xsi:type="dcterms:W3CDTF">2026-04-25T04:35:07Z</dcterms:created>
  <dcterms:modified xsi:type="dcterms:W3CDTF">2026-04-25T04:45:00Z</dcterms:modified>
</cp:coreProperties>
</file>